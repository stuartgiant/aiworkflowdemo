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Traditional DLP tools leave a gap in real-time communication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0B8"/>
                </a:solidFill>
              </a:rPr>
              <a:t>Google Chat Content Moderation  |  Cybersecurity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" y="1545336"/>
            <a:ext cx="3291840" cy="429768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2918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3291840" cy="73152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73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D7DD2"/>
                </a:solidFill>
              </a:rP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</a:rPr>
              <a:t>Delayed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Conventional DLP operates on batch exports or end-of-day log reviews.
By the time a violation is flagged, the data has already moved.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5656" y="1545336"/>
            <a:ext cx="3291840" cy="429768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508760"/>
            <a:ext cx="32918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1508760"/>
            <a:ext cx="3291840" cy="73152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673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D7DD2"/>
                </a:solidFill>
              </a:rPr>
              <a:t>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2219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</a:rPr>
              <a:t>No evidence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770632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Alert-only tools produce notifications — not investigation-ready
artefacts. There is nothing to hand to HR or Legal.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71816" y="1545336"/>
            <a:ext cx="3291840" cy="429768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1508760"/>
            <a:ext cx="32918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1508760"/>
            <a:ext cx="3291840" cy="73152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1673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D7DD2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2219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</a:rPr>
              <a:t>Manual 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770632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Security analysts spend time triaging raw alerts with no context,
no scoring, and no disposition workflow.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989320"/>
            <a:ext cx="10515600" cy="43891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07608"/>
            <a:ext cx="10149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33A"/>
                </a:solidFill>
              </a:rPr>
              <a:t>Google Chat is a blind spot — messages are ephemeral, unmonitored in real time, and carry sensitive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Real-time Google Chat content moderation — detect, act, and preserve in under 2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0B8"/>
                </a:solidFill>
              </a:rPr>
              <a:t>Google Chat Content Moderation  |  Cybersecurity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0140" y="1600200"/>
            <a:ext cx="1828800" cy="1417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1580" y="1691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 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1580" y="20574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8FF"/>
                </a:solidFill>
              </a:rPr>
              <a:t>Google Chat
Pub/Sub listener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7228" y="2057400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B8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0108" y="1600200"/>
            <a:ext cx="1828800" cy="14173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1548" y="1691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 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1548" y="20574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8FF"/>
                </a:solidFill>
              </a:rPr>
              <a:t>Keyword filter
+ LLM screener
+ Cloud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7196" y="2057400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B8D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0076" y="1600200"/>
            <a:ext cx="1828800" cy="1417320"/>
          </a:xfrm>
          <a:prstGeom prst="rect">
            <a:avLst/>
          </a:prstGeom>
          <a:solidFill>
            <a:srgbClr val="21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1516" y="1691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 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1516" y="20574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8FF"/>
                </a:solidFill>
              </a:rPr>
              <a:t>Tombstone message
in &lt; 2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7164" y="2057400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B8D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0044" y="1600200"/>
            <a:ext cx="1828800" cy="1417320"/>
          </a:xfrm>
          <a:prstGeom prst="rect">
            <a:avLst/>
          </a:prstGeom>
          <a:solidFill>
            <a:srgbClr val="7B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1484" y="1691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  Preserve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1484" y="20574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8FF"/>
                </a:solidFill>
              </a:rPr>
              <a:t>Case + evidence
in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7132" y="2057400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B8D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0012" y="1600200"/>
            <a:ext cx="1828800" cy="1417320"/>
          </a:xfrm>
          <a:prstGeom prst="rect">
            <a:avLst/>
          </a:prstGeom>
          <a:solidFill>
            <a:srgbClr val="C06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1452" y="1691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5 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1452" y="20574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8FF"/>
                </a:solidFill>
              </a:rPr>
              <a:t>Reviewer disposition
workflow (DM)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46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B8D"/>
                </a:solidFill>
              </a:rPr>
              <a:t>Verdict 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39596" y="3383280"/>
            <a:ext cx="2834640" cy="12344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76756" y="3474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6756" y="3858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8F8"/>
                </a:solidFill>
              </a:rPr>
              <a:t>Hard match → instant
removal, case 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77156" y="3383280"/>
            <a:ext cx="2834640" cy="1234440"/>
          </a:xfrm>
          <a:prstGeom prst="rect">
            <a:avLst/>
          </a:prstGeom>
          <a:solidFill>
            <a:srgbClr val="D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4316" y="3474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4316" y="3858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8F8"/>
                </a:solidFill>
              </a:rPr>
              <a:t>Borderline → human
reviewer notified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4716" y="3383280"/>
            <a:ext cx="2834640" cy="1234440"/>
          </a:xfrm>
          <a:prstGeom prst="rect">
            <a:avLst/>
          </a:prstGeom>
          <a:solidFill>
            <a:srgbClr val="3A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1876" y="3474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1876" y="3858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8F8"/>
                </a:solidFill>
              </a:rPr>
              <a:t>Clean content
allowed through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46320"/>
            <a:ext cx="12188952" cy="1115568"/>
          </a:xfrm>
          <a:prstGeom prst="rect">
            <a:avLst/>
          </a:prstGeom>
          <a:solidFill>
            <a:srgbClr val="E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" y="49194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7DD2"/>
                </a:solidFill>
              </a:rPr>
              <a:t>&lt; 2 sec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" y="5394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detection to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2716" y="49194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7DD2"/>
                </a:solidFill>
              </a:rPr>
              <a:t>3-tier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2716" y="5394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detection layers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5916" y="49194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7DD2"/>
                </a:solidFill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5916" y="5394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evidence preserved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29116" y="49194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7DD2"/>
                </a:solidFill>
              </a:rPr>
              <a:t>Built-in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9116" y="5394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human review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Purpose-built for insider threat investigations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0B8"/>
                </a:solidFill>
              </a:rPr>
              <a:t>Google Chat Content Moderation  |  Cybersecurity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499616"/>
            <a:ext cx="5120640" cy="146304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54864" cy="14630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Layered detection, controlled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Hard-block keywords resolve instantly with no API cost. The LLM screener (Claude Haiku) is only invoked for ambiguous soft-flag matches. Image scoring via Cloud Vision fires only when attachments are present.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3072384"/>
            <a:ext cx="5120640" cy="146304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035808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35808"/>
            <a:ext cx="54864" cy="14630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455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Retroactive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9300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REVIEW cases left visible pending human judgement are automatically tombstoned the moment a reviewer marks them True Positive — closing the window where content remains accessible during triage.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4645152"/>
            <a:ext cx="5120640" cy="146304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608576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608576"/>
            <a:ext cx="54864" cy="14630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183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Investigation-ready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65776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Every BLOCK and REVIEW produces a SHA-256 hashed evidence item, full scoring detail in moderation_decisions, and a timestamped case record — ready to hand to HR, Legal, or a formal IR process.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1499616"/>
            <a:ext cx="5120640" cy="146304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6304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463040"/>
            <a:ext cx="54864" cy="14630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5727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Human reviewer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920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Reviewers receive a Google Chat DM with True Positive / False Positive / Inconclusive buttons. One click updates the case record. No separate tool, no email chain, no manual DB entry.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216" y="3072384"/>
            <a:ext cx="5120640" cy="146304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035808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035808"/>
            <a:ext cx="54864" cy="14630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1455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Self-healing subscription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49300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Workspace Events subscriptions expire silently. The listener auto-reactivates every 5 minutes — no operator intervention needed to maintain continuous coverage.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216" y="4645152"/>
            <a:ext cx="5120640" cy="146304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608576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608576"/>
            <a:ext cx="54864" cy="14630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7183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Auditable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065776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All decisions are logged with matched terms, LLM rationale, image score, final action, and engine version. Full reproducibility for post-incident review.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508760"/>
            <a:ext cx="18288" cy="448056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